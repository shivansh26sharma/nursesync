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7" r:id="rId3"/>
    <p:sldId id="266" r:id="rId4"/>
    <p:sldId id="258" r:id="rId5"/>
  </p:sldIdLst>
  <p:sldSz cx="14630400" cy="8229600"/>
  <p:notesSz cx="8229600" cy="14630400"/>
  <p:embeddedFontLst>
    <p:embeddedFont>
      <p:font typeface="Open Sans Light" pitchFamily="2" charset="0"/>
      <p:regular r:id="rId7"/>
      <p: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F70"/>
    <a:srgbClr val="AEB2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05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9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2179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16CDB-18A8-CB03-73ED-527317040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64F205-9C0F-2FE1-7549-18BF5F1E0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E95EC9-F0CD-1F02-24FE-6B0862CF8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4A2AD-7601-4A84-E153-FB7179490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65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11780-1A05-43F9-0649-77A902CF0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7EA13D-8746-6690-85A8-C76A6DAE5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D07919-FECB-CF85-CF59-5F0681545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0041A-5F0C-8275-4889-9010979241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37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46428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b="1" u="sng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NurseSync</a:t>
            </a: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– </a:t>
            </a:r>
            <a:r>
              <a:rPr lang="en-US" sz="445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Voice-enabled handoffs for smarter, seamless nursing care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53721"/>
            <a:ext cx="7556421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Speak. Sync. Care.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89" y="4489131"/>
            <a:ext cx="7556421" cy="1835469"/>
          </a:xfrm>
          <a:prstGeom prst="roundRect">
            <a:avLst>
              <a:gd name="adj" fmla="val 75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028224" y="46524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Team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28222" y="5115637"/>
            <a:ext cx="7087553" cy="1610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Shivansh Sharma            				1024030732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Ishaan Bhalla 	    				1024030950</a:t>
            </a:r>
          </a:p>
          <a:p>
            <a:pPr>
              <a:lnSpc>
                <a:spcPts val="2550"/>
              </a:lnSpc>
            </a:pPr>
            <a:r>
              <a:rPr lang="en-US" sz="17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Pushp Batheja				     	1024030941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D0DBE-3FEB-A474-A896-3F49C84D0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A34C04E-BA8C-A30B-E7CF-FD8960588291}"/>
              </a:ext>
            </a:extLst>
          </p:cNvPr>
          <p:cNvSpPr/>
          <p:nvPr/>
        </p:nvSpPr>
        <p:spPr>
          <a:xfrm>
            <a:off x="5174178" y="104775"/>
            <a:ext cx="6379488" cy="79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Why we started?</a:t>
            </a:r>
            <a:endParaRPr lang="en-US" sz="5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01108B-A76C-B51D-9D49-E4A10FF19F1F}"/>
              </a:ext>
            </a:extLst>
          </p:cNvPr>
          <p:cNvSpPr/>
          <p:nvPr/>
        </p:nvSpPr>
        <p:spPr>
          <a:xfrm>
            <a:off x="12544425" y="7610475"/>
            <a:ext cx="208597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1F12D9FD-D34B-C67F-15B3-75FC1E88BC21}"/>
              </a:ext>
            </a:extLst>
          </p:cNvPr>
          <p:cNvSpPr/>
          <p:nvPr/>
        </p:nvSpPr>
        <p:spPr>
          <a:xfrm>
            <a:off x="5174178" y="1215352"/>
            <a:ext cx="6521410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2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Healthcare is personal</a:t>
            </a:r>
            <a:endParaRPr lang="en-US" sz="32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14E23162-873A-85D7-C5BB-28109D2B85C9}"/>
              </a:ext>
            </a:extLst>
          </p:cNvPr>
          <p:cNvSpPr/>
          <p:nvPr/>
        </p:nvSpPr>
        <p:spPr>
          <a:xfrm>
            <a:off x="5174178" y="2012595"/>
            <a:ext cx="9202222" cy="4047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33F70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We all have grandparents, parents, or loved ones who may need frequent medical care.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333F70"/>
              </a:solidFill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33F70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Seeing them navigate hospitals, we noticed how easily important information can be lost or misunderstood between nurse, shifts, and departments.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333F70"/>
              </a:solidFill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33F70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The Joint Commission identifies hand-off communication as an important safety requirement and notes that inadequate handoffs can contribute to adverse events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333F70"/>
              </a:solidFill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33F70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This motivated us to create a solution that helps nurses capture handoffs naturally through voice while making important information easier to understand, organize and access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258FAD-99A1-E14E-7FD3-B8ACA90CAABF}"/>
              </a:ext>
            </a:extLst>
          </p:cNvPr>
          <p:cNvSpPr txBox="1"/>
          <p:nvPr/>
        </p:nvSpPr>
        <p:spPr>
          <a:xfrm>
            <a:off x="5108575" y="6193565"/>
            <a:ext cx="9267825" cy="1293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2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“Because better documentation isn’t just about efficiency - it’s about safer, more connected care for the people we love.”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C4778E-79FC-825B-B1EB-35C9444BE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626689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374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F7D2C-7165-A293-BEF5-A43AF493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B9C43D-A422-B66F-3C3B-F8C2A5070D58}"/>
              </a:ext>
            </a:extLst>
          </p:cNvPr>
          <p:cNvSpPr/>
          <p:nvPr/>
        </p:nvSpPr>
        <p:spPr>
          <a:xfrm>
            <a:off x="793790" y="886182"/>
            <a:ext cx="6379488" cy="79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b="1" u="sng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Problem</a:t>
            </a:r>
            <a:endParaRPr lang="en-US" sz="5000" u="sng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88A6457-F480-6F17-5664-B514382D0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42768"/>
            <a:ext cx="602933" cy="75366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B802EC0-C7F4-7E8F-9614-7AD7ED8262C9}"/>
              </a:ext>
            </a:extLst>
          </p:cNvPr>
          <p:cNvSpPr/>
          <p:nvPr/>
        </p:nvSpPr>
        <p:spPr>
          <a:xfrm>
            <a:off x="1683782" y="2142768"/>
            <a:ext cx="3739118" cy="119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Documentation :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Burden</a:t>
            </a:r>
            <a:endParaRPr lang="en-US" sz="25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8C73134-7544-8B59-8226-5F1E95C5EFC4}"/>
              </a:ext>
            </a:extLst>
          </p:cNvPr>
          <p:cNvSpPr/>
          <p:nvPr/>
        </p:nvSpPr>
        <p:spPr>
          <a:xfrm>
            <a:off x="4324031" y="2159040"/>
            <a:ext cx="9390620" cy="797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Nurses spend up to 35% of their shifts on manual charting, detracting from direct patient interaction and contributing to burnout.</a:t>
            </a:r>
            <a:endParaRPr 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492A11-EAF6-1892-EFE8-E528CEF4807E}"/>
              </a:ext>
            </a:extLst>
          </p:cNvPr>
          <p:cNvSpPr/>
          <p:nvPr/>
        </p:nvSpPr>
        <p:spPr>
          <a:xfrm>
            <a:off x="12544425" y="7610475"/>
            <a:ext cx="208597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C0C0C0"/>
              </a:highlight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806CD355-B8F2-89DD-2596-C6EC2BE14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89" y="3605748"/>
            <a:ext cx="602933" cy="753666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A76C668B-CAF4-C617-E1DE-130A53314614}"/>
              </a:ext>
            </a:extLst>
          </p:cNvPr>
          <p:cNvSpPr/>
          <p:nvPr/>
        </p:nvSpPr>
        <p:spPr>
          <a:xfrm>
            <a:off x="1683782" y="3797856"/>
            <a:ext cx="215538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Handoff Errors : </a:t>
            </a:r>
            <a:endParaRPr lang="en-US" sz="25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8C9F3D1-495D-AD7D-D60A-61D48D7F187F}"/>
              </a:ext>
            </a:extLst>
          </p:cNvPr>
          <p:cNvSpPr/>
          <p:nvPr/>
        </p:nvSpPr>
        <p:spPr>
          <a:xfrm>
            <a:off x="4324031" y="3620095"/>
            <a:ext cx="9512579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Incomplete or misinterpreted information during nurse-to-nurse handoffs is a leading cause of preventable medical errors and missed critical patient details.</a:t>
            </a:r>
            <a:endParaRPr lang="en-US" sz="200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0ED3D4CD-B495-6C4E-D40D-B80F44E73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88" y="5065157"/>
            <a:ext cx="602933" cy="753666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84C01FE8-1EC7-3D2A-F8B9-DDB7944CD2A6}"/>
              </a:ext>
            </a:extLst>
          </p:cNvPr>
          <p:cNvSpPr/>
          <p:nvPr/>
        </p:nvSpPr>
        <p:spPr>
          <a:xfrm>
            <a:off x="1683662" y="5209858"/>
            <a:ext cx="253261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Language Barriers :</a:t>
            </a:r>
            <a:endParaRPr lang="en-US" sz="25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37EC879-6DB1-58EA-C7A1-C2846F2A6DFC}"/>
              </a:ext>
            </a:extLst>
          </p:cNvPr>
          <p:cNvSpPr/>
          <p:nvPr/>
        </p:nvSpPr>
        <p:spPr>
          <a:xfrm>
            <a:off x="4324031" y="5043368"/>
            <a:ext cx="9696769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Communication gaps between providers and patients who speak different languages increase nurses' cognitive load and introduce significant risks.</a:t>
            </a:r>
            <a:endParaRPr lang="en-US" sz="2000" dirty="0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6DD37C18-6E00-FC60-D346-A765E812C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88" y="6524566"/>
            <a:ext cx="602933" cy="753666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35D97BE9-7D76-673E-C05F-8A94EBF3700A}"/>
              </a:ext>
            </a:extLst>
          </p:cNvPr>
          <p:cNvSpPr/>
          <p:nvPr/>
        </p:nvSpPr>
        <p:spPr>
          <a:xfrm>
            <a:off x="1683662" y="6466325"/>
            <a:ext cx="215550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Accountability :  Gaps</a:t>
            </a:r>
            <a:endParaRPr lang="en-US" sz="25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8CF6E79-D5E0-EDEC-1D47-A383D7645673}"/>
              </a:ext>
            </a:extLst>
          </p:cNvPr>
          <p:cNvSpPr/>
          <p:nvPr/>
        </p:nvSpPr>
        <p:spPr>
          <a:xfrm>
            <a:off x="4324032" y="6466325"/>
            <a:ext cx="9390620" cy="877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absence of reliable, time-stamped records creates accountability gaps, making it difficult to reconstruct patient care events accurately.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04935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97173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Solution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6280190" y="2100858"/>
            <a:ext cx="7556421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NurseSync converts spoken nursing updates into structured, time-stamped clinical records — in multiple languages — and produces intelligent shift handoffs with risk detection and accountability.</a:t>
            </a:r>
            <a:endParaRPr lang="en-US" sz="1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190" y="3173135"/>
            <a:ext cx="531614" cy="531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1114" y="3173135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Voice Logging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7011114" y="3601045"/>
            <a:ext cx="682549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Quick bedside notes captured hands-free on mobile or workstation.</a:t>
            </a:r>
            <a:endParaRPr lang="en-US" sz="16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4217670"/>
            <a:ext cx="531614" cy="5316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11114" y="4217670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AI Structuring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7011114" y="4645581"/>
            <a:ext cx="682549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Extracts vitals, meds, tasks, and care plans into EMR-ready fields.</a:t>
            </a:r>
            <a:endParaRPr lang="en-US" sz="16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0190" y="5262205"/>
            <a:ext cx="531614" cy="5316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11114" y="5262205"/>
            <a:ext cx="3874889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Accountability Stamps</a:t>
            </a:r>
            <a:endParaRPr lang="en-US" sz="2050" dirty="0"/>
          </a:p>
        </p:txBody>
      </p:sp>
      <p:sp>
        <p:nvSpPr>
          <p:cNvPr id="13" name="Text 7"/>
          <p:cNvSpPr/>
          <p:nvPr/>
        </p:nvSpPr>
        <p:spPr>
          <a:xfrm>
            <a:off x="7011114" y="5690116"/>
            <a:ext cx="682549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Time + clinician identity for every action — audit-ready logs.</a:t>
            </a:r>
            <a:endParaRPr lang="en-US" sz="16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0190" y="6306741"/>
            <a:ext cx="531614" cy="53161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011114" y="6306741"/>
            <a:ext cx="360676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Automated Handoffs</a:t>
            </a:r>
            <a:endParaRPr lang="en-US" sz="2050" dirty="0"/>
          </a:p>
        </p:txBody>
      </p:sp>
      <p:sp>
        <p:nvSpPr>
          <p:cNvPr id="16" name="Text 9"/>
          <p:cNvSpPr/>
          <p:nvPr/>
        </p:nvSpPr>
        <p:spPr>
          <a:xfrm>
            <a:off x="7011114" y="6734651"/>
            <a:ext cx="682549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Shift summaries prioritizing risks, pending tasks, and prescriptions.</a:t>
            </a:r>
            <a:endParaRPr lang="en-US" sz="16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5768F1-F4E6-98D2-981C-D94B175D4AC9}"/>
              </a:ext>
            </a:extLst>
          </p:cNvPr>
          <p:cNvSpPr/>
          <p:nvPr/>
        </p:nvSpPr>
        <p:spPr>
          <a:xfrm>
            <a:off x="12544425" y="7600950"/>
            <a:ext cx="208597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343</Words>
  <Application>Microsoft Macintosh PowerPoint</Application>
  <PresentationFormat>Custom</PresentationFormat>
  <Paragraphs>40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Open Sans Light</vt:lpstr>
      <vt:lpstr>Arial</vt:lpstr>
      <vt:lpstr>Unbounded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Shivansh Sharma</cp:lastModifiedBy>
  <cp:revision>5</cp:revision>
  <dcterms:created xsi:type="dcterms:W3CDTF">2026-02-22T05:38:25Z</dcterms:created>
  <dcterms:modified xsi:type="dcterms:W3CDTF">2026-08-10T15:46:54Z</dcterms:modified>
</cp:coreProperties>
</file>